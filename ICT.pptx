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42" r:id="rId5"/>
    <p:sldId id="382" r:id="rId6"/>
    <p:sldId id="373" r:id="rId7"/>
    <p:sldId id="359" r:id="rId8"/>
    <p:sldId id="374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75" r:id="rId19"/>
    <p:sldId id="3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7B022-0260-7DB4-3A2B-287004C1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BC1F0-AD95-DA0C-3A9E-688400203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B6D02-9D51-8905-4CB7-42E72DAAA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FF6D5-A9F6-B5C6-D6C5-A1AB440D6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13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C26C5-596E-B5DA-C472-57CC840F3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D08E6-0210-A3C2-17E5-67A0DF2A4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8ACE8-0773-AE72-B15E-E6C8E2F2C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102CB-88DE-5CD1-E882-AE8D06823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20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E9AC-A2B9-94EA-5471-D5FC1C20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2571C-3560-8724-7530-F944AB7C4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FFD55-9290-97F9-4055-352F5ACA7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DB387-728D-052E-67C6-8AE08D7CC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13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8D233-9E78-C30D-4D3B-9DFDE3CD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A470D-962E-9CE6-A462-5BBF7E095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76C5A-DD26-C228-B075-FCEBEAF3D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2EAFA-8A39-04FB-A0EE-6FA66E960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043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FCC8-D918-7384-CDAB-DD608991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935D2-0177-3425-A079-15889803E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72B57-D5CF-6CE4-BECA-A5612925D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3195B-DB62-DA16-96EC-64ECD3295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031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157F-8DDB-74D2-E267-F7736E1F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EBA49-F449-B0C3-2FA3-B67967153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5ECA5-9408-C352-ACBF-4F660B7E5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34185-1C01-952C-1CEE-2504DBCB0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468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8AA2-F9DE-E0E6-53B7-AF392C9B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40B68-7EB5-8620-9C53-CAAC0DD2E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93966-A395-5DCB-0C50-4DAC62126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3C731-87FE-3058-C27F-C87CBA55E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74247-B703-18F3-8B7D-D2B7A746F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A59AB-0B61-96DB-D30F-70C082901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F620E-6691-6006-6DD0-A2EA6E0BD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A86C1-FB01-099F-23FD-12ED3E330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41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A7B5-2A99-D5C3-49D6-BD142093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80BC6-1270-90B9-2737-1E532D847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7CCE9-4EA4-5D99-8687-602C9529D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24BD3-D400-F490-9208-48585727C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794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7A86F-E401-D76C-5E53-8005C39B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3BCF7-1EB8-25A8-66E5-3AB00CE3A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54D1C-8232-4FF7-506A-77E9D06FF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A2D70-9D01-E692-BE7E-0C09B8C6D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358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sz="4800" dirty="0"/>
              <a:t>ICT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Student Inventory System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Group Members:</a:t>
            </a:r>
          </a:p>
          <a:p>
            <a:r>
              <a:rPr lang="en-US" sz="2400" dirty="0"/>
              <a:t>Mohammad Ali, Saddam Hussain, </a:t>
            </a:r>
            <a:r>
              <a:rPr lang="en-US" sz="2400"/>
              <a:t>Haris Fida, Ahsan Dar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A527-7688-B4E9-E993-582070CB5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4B78DC25-05D5-B9F9-64E7-B54A73080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839738"/>
            <a:ext cx="11562303" cy="1215204"/>
          </a:xfrm>
        </p:spPr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811BE8-BBD0-7ED6-54F0-3701302C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65C8A-D21E-4CA7-5A63-4425EC38A417}"/>
              </a:ext>
            </a:extLst>
          </p:cNvPr>
          <p:cNvSpPr txBox="1"/>
          <p:nvPr/>
        </p:nvSpPr>
        <p:spPr>
          <a:xfrm>
            <a:off x="924232" y="3268772"/>
            <a:ext cx="2733368" cy="2431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WORD</a:t>
            </a:r>
          </a:p>
          <a:p>
            <a:r>
              <a:rPr lang="en-US" sz="1600" dirty="0"/>
              <a:t>MS Word fundamentals involve creating, editing, and formatting documents using a user-friendly interface with tabs (Home, Insert, etc.) and a ribbon for tools like bolding, colors, and styles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4F198-75F8-A755-AA14-3C74E881B341}"/>
              </a:ext>
            </a:extLst>
          </p:cNvPr>
          <p:cNvSpPr txBox="1"/>
          <p:nvPr/>
        </p:nvSpPr>
        <p:spPr>
          <a:xfrm>
            <a:off x="4213819" y="3268771"/>
            <a:ext cx="3778400" cy="24314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EXCEL</a:t>
            </a:r>
          </a:p>
          <a:p>
            <a:r>
              <a:rPr lang="en-US" sz="1600" dirty="0"/>
              <a:t>MS Excel Fundamentals involve </a:t>
            </a:r>
            <a:r>
              <a:rPr lang="en-US" sz="1600" dirty="0" err="1"/>
              <a:t>organising</a:t>
            </a:r>
            <a:r>
              <a:rPr lang="en-US" sz="1600" dirty="0"/>
              <a:t> data in a grid of cells (rows and columns) within workbooks for analysis, management, and calculation, using formulas (like =SUM()) and built-in functions (like Average, Max, Min) to automate tasks, and presenting data visually through charts.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B716F-E7B1-745F-8361-A1B0258A222A}"/>
              </a:ext>
            </a:extLst>
          </p:cNvPr>
          <p:cNvSpPr txBox="1"/>
          <p:nvPr/>
        </p:nvSpPr>
        <p:spPr>
          <a:xfrm>
            <a:off x="8194832" y="3268771"/>
            <a:ext cx="3491162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and CSS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(Hyper Text Markup Language) is the backbone of web pages, using elements (tags like &lt;p&gt;,&lt;h1&gt; to structure content (text, images, links) for browsers, defining what's a heading, paragraph, or link. Every page starts with &lt;!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DOCTYPEhtml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and has a root &lt;html&gt;, a &lt;head&gt; (metadata, title), and a visible &lt;body&gt;</a:t>
            </a:r>
          </a:p>
        </p:txBody>
      </p:sp>
    </p:spTree>
    <p:extLst>
      <p:ext uri="{BB962C8B-B14F-4D97-AF65-F5344CB8AC3E}">
        <p14:creationId xmlns:p14="http://schemas.microsoft.com/office/powerpoint/2010/main" val="331457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RESEARCH PAPER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MS Word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Clear and Concise Formatting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7316" y="3097848"/>
            <a:ext cx="5938684" cy="3405187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research paper is prepared using Microsoft Word, focusing on the proper use of its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formatting tools (fonts, styles, alignment)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Page layout options (margins, orientation, spacing)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Headers, footers, and page numbering etc.</a:t>
            </a:r>
          </a:p>
        </p:txBody>
      </p:sp>
      <p:pic>
        <p:nvPicPr>
          <p:cNvPr id="5" name="Picture 4" descr="A blue square with white text and a white letter">
            <a:extLst>
              <a:ext uri="{FF2B5EF4-FFF2-40B4-BE49-F238E27FC236}">
                <a16:creationId xmlns:a16="http://schemas.microsoft.com/office/drawing/2014/main" id="{DB20B3BE-BC3D-A277-6343-DD54A3F15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299" y="1871816"/>
            <a:ext cx="4671552" cy="31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82" y="1105209"/>
            <a:ext cx="4958081" cy="782585"/>
          </a:xfrm>
        </p:spPr>
        <p:txBody>
          <a:bodyPr/>
          <a:lstStyle/>
          <a:p>
            <a:r>
              <a:rPr lang="en-US" dirty="0"/>
              <a:t>FONT STYLE AND SIZE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8A34D-AAC0-1E97-10A1-8B5B7C6366E0}"/>
              </a:ext>
            </a:extLst>
          </p:cNvPr>
          <p:cNvSpPr txBox="1"/>
          <p:nvPr/>
        </p:nvSpPr>
        <p:spPr>
          <a:xfrm>
            <a:off x="324465" y="2998839"/>
            <a:ext cx="53698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Select Home Tab from the Ribbon and choose the font size according to your liking. You can also add some additional features such bold, underline or italic your text.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2BE93-D41A-AC13-96F7-87C67D142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477" y="2355352"/>
            <a:ext cx="5518048" cy="214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7461B-F7B8-FBA4-9D40-46D97DBDB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57815EF5-BF1A-F865-D554-B365F61C9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82" y="1105209"/>
            <a:ext cx="4958081" cy="782585"/>
          </a:xfrm>
        </p:spPr>
        <p:txBody>
          <a:bodyPr/>
          <a:lstStyle/>
          <a:p>
            <a:r>
              <a:rPr lang="en-US" dirty="0"/>
              <a:t>Margins and Border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5893DF65-503C-0A43-ABA1-3B295D64DC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84F64-AD66-36C3-614C-1424D595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CFED02-FFF7-DC54-AD36-6FD8FBAAD230}"/>
              </a:ext>
            </a:extLst>
          </p:cNvPr>
          <p:cNvSpPr txBox="1"/>
          <p:nvPr/>
        </p:nvSpPr>
        <p:spPr>
          <a:xfrm>
            <a:off x="324465" y="2998839"/>
            <a:ext cx="5369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Select The Layout tab from the ribbon and then click margins to set custom margins.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For setting a Border, Go to the Design tab in the ribbon and choose the Page Borders option.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9A929122-AF85-5ECA-641D-22E7DECFF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433" y="1594824"/>
            <a:ext cx="3997076" cy="1600660"/>
          </a:xfrm>
          <a:prstGeom prst="rect">
            <a:avLst/>
          </a:prstGeom>
        </p:spPr>
      </p:pic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CC2A3593-E380-7A4B-68BD-9E974B4DB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902" y="3721511"/>
            <a:ext cx="3584137" cy="116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1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31953-E0EC-A366-009A-89A1AADB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D60D1F5E-C46B-4E15-6D85-AA74FE065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82" y="1105209"/>
            <a:ext cx="4958081" cy="782585"/>
          </a:xfrm>
        </p:spPr>
        <p:txBody>
          <a:bodyPr/>
          <a:lstStyle/>
          <a:p>
            <a:r>
              <a:rPr lang="en-US" dirty="0" err="1"/>
              <a:t>HYperlink</a:t>
            </a:r>
            <a:endParaRPr lang="en-US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D0222583-9163-4B7F-5B57-FE4AD42F5A2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12D76-291C-046D-8E74-06265F34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B26C0-0996-9BF9-6B9C-8FA300F887E3}"/>
              </a:ext>
            </a:extLst>
          </p:cNvPr>
          <p:cNvSpPr txBox="1"/>
          <p:nvPr/>
        </p:nvSpPr>
        <p:spPr>
          <a:xfrm>
            <a:off x="324465" y="2998839"/>
            <a:ext cx="53698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Press </a:t>
            </a:r>
            <a:r>
              <a:rPr lang="en-US" sz="2000" dirty="0" err="1">
                <a:solidFill>
                  <a:schemeClr val="bg1"/>
                </a:solidFill>
              </a:rPr>
              <a:t>Ctrl+K</a:t>
            </a:r>
            <a:r>
              <a:rPr lang="en-US" sz="2000" dirty="0">
                <a:solidFill>
                  <a:schemeClr val="bg1"/>
                </a:solidFill>
              </a:rPr>
              <a:t> to hyperlink a selected text or right click and then select the Hyperlink option from the menu to hyperlink a text. For removing the link, select the text again, from the menu, click remove link option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21B20E88-42A0-EE84-DBBB-B4CAE21C1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916" y="2106176"/>
            <a:ext cx="6228997" cy="28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0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85DD-02D8-11A3-4B4A-C363E343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75E0-DDB2-7A06-B293-C7E39BDB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Inventory System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4DE1B34-52E6-0983-1EED-CF64931F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MS EXCEL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0C29BD-4CCE-F95B-9C1B-666018FA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303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FDD7A-9D3D-9D4D-F6F6-4DD8F8F4D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0241AB-A262-A6B5-8CB7-3B0228F3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MS Excel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Inventory System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EF696C0-8034-D66A-8D5A-2967DE9373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7316" y="3097848"/>
            <a:ext cx="5938684" cy="3405187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Microsoft Excel is a spreadsheet application from Microsoft that organizes data into rows and columns, allowing users to input, calculate, and analyze numerical and statistical data using formulas and functions</a:t>
            </a:r>
          </a:p>
        </p:txBody>
      </p:sp>
      <p:pic>
        <p:nvPicPr>
          <p:cNvPr id="3" name="Picture 2" descr="A green sign with white text and a green x&#10;&#10;AI-generated content may be incorrect.">
            <a:extLst>
              <a:ext uri="{FF2B5EF4-FFF2-40B4-BE49-F238E27FC236}">
                <a16:creationId xmlns:a16="http://schemas.microsoft.com/office/drawing/2014/main" id="{96093C5B-89C4-BCE1-9A8B-436CC5EB2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864" y="2157361"/>
            <a:ext cx="4541568" cy="254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94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12906-5BDF-1467-2EAA-A418BC9A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8CEC58F-EA3C-D8FE-B2B1-426482698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82" y="1105209"/>
            <a:ext cx="4958081" cy="782585"/>
          </a:xfrm>
        </p:spPr>
        <p:txBody>
          <a:bodyPr/>
          <a:lstStyle/>
          <a:p>
            <a:r>
              <a:rPr lang="en-US" dirty="0"/>
              <a:t>Table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0795B7A1-4E38-4230-E2F1-F91AEE5455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8AA3D-50B0-9ECF-40B7-AE9E78CB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7B849-04E5-4B4B-66EC-C117452A63D4}"/>
              </a:ext>
            </a:extLst>
          </p:cNvPr>
          <p:cNvSpPr txBox="1"/>
          <p:nvPr/>
        </p:nvSpPr>
        <p:spPr>
          <a:xfrm>
            <a:off x="324465" y="2998839"/>
            <a:ext cx="53698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To create a table, go to the insert tab in the ribbon and select the table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Then you can set number of rows and column you want in the tables.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BD615AA9-55B2-811E-9EB5-8DA2CD8AE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211" y="2619984"/>
            <a:ext cx="4835070" cy="238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64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721E9-9C66-E91C-A19D-5AAF73E5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B4FB535-003E-5E9E-A03F-C4D888EF5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82" y="1105209"/>
            <a:ext cx="4958081" cy="782585"/>
          </a:xfrm>
        </p:spPr>
        <p:txBody>
          <a:bodyPr/>
          <a:lstStyle/>
          <a:p>
            <a:r>
              <a:rPr lang="en-US" dirty="0"/>
              <a:t>Sum formula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A74F27DA-10AE-2C90-A035-8A3CA331D3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154CD-6F3D-83D5-9BFD-AC998441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 descr="A screenshot of a spreadsheet">
            <a:extLst>
              <a:ext uri="{FF2B5EF4-FFF2-40B4-BE49-F238E27FC236}">
                <a16:creationId xmlns:a16="http://schemas.microsoft.com/office/drawing/2014/main" id="{A90A8DB4-1010-4D0E-85D1-36A841A6D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430" y="1968425"/>
            <a:ext cx="5671142" cy="425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2327E-6797-24C7-36A5-40A6EC53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C7405CC8-C9D9-B5FE-5582-4E831769A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82" y="1105209"/>
            <a:ext cx="4958081" cy="782585"/>
          </a:xfrm>
        </p:spPr>
        <p:txBody>
          <a:bodyPr/>
          <a:lstStyle/>
          <a:p>
            <a:r>
              <a:rPr lang="en-US" dirty="0"/>
              <a:t>Condition Formatting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819A7BAD-F5A4-AFC0-B740-70D8FE17A79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103C3-D062-3AB8-7327-9E6536C7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DC5EE0-722C-4E5D-5ADA-94A35588F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067" y="2135274"/>
            <a:ext cx="7475868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4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1546-93B0-E57A-C23C-D224A881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F47F-59CD-416B-CF26-73D3B868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Inventory System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428CB8C-5CD7-1A30-3D6B-3EFB151F2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HTML and CSS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5D7F14-AF40-7ABB-A8E4-F1F576583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644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0D24D-F317-2B66-0F67-93F3A46E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40E6FE70-E962-962A-06C5-E16E64D37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82" y="1105209"/>
            <a:ext cx="4958081" cy="782585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4F2744BF-6690-E82F-D6AC-DBE16FFB90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1920E-0B23-763F-B822-D6BFC1E7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D46A3-7030-A01A-27F7-E04072C37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8969"/>
            <a:ext cx="5917230" cy="4083845"/>
          </a:xfrm>
          <a:prstGeom prst="rect">
            <a:avLst/>
          </a:prstGeom>
        </p:spPr>
      </p:pic>
      <p:pic>
        <p:nvPicPr>
          <p:cNvPr id="10" name="Picture 9" descr="A screenshot of a computer program">
            <a:extLst>
              <a:ext uri="{FF2B5EF4-FFF2-40B4-BE49-F238E27FC236}">
                <a16:creationId xmlns:a16="http://schemas.microsoft.com/office/drawing/2014/main" id="{0E877744-659E-BA49-1E64-3068D03DD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6409" y="1256657"/>
            <a:ext cx="6103177" cy="515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4D26D7-BFBB-8D44-5516-2027BC91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B109C7-50AB-1177-C5DF-1E14A0FBD18C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tretch>
            <a:fillRect/>
          </a:stretch>
        </p:blipFill>
        <p:spPr>
          <a:xfrm>
            <a:off x="2869741" y="1951445"/>
            <a:ext cx="8589690" cy="427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End of the Presentation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ANY QUESTIONS.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{48F7EC38-BEB6-4069-9CFE-471F61B1CCA1}TFe8699e8e-689b-4d7e-abcf-e888fd749829db3118dc_win32-d573b439b56f</Template>
  <TotalTime>117</TotalTime>
  <Words>494</Words>
  <Application>Microsoft Office PowerPoint</Application>
  <PresentationFormat>Widescreen</PresentationFormat>
  <Paragraphs>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Nova</vt:lpstr>
      <vt:lpstr>Biome</vt:lpstr>
      <vt:lpstr>Calibri</vt:lpstr>
      <vt:lpstr>Times New Roman</vt:lpstr>
      <vt:lpstr>Custom</vt:lpstr>
      <vt:lpstr>ICT  Student Inventory System</vt:lpstr>
      <vt:lpstr>PowerPoint Presentation</vt:lpstr>
      <vt:lpstr>RESEARCH PAPER</vt:lpstr>
      <vt:lpstr>Clear and Concise Formatting</vt:lpstr>
      <vt:lpstr>PowerPoint Presentation</vt:lpstr>
      <vt:lpstr>PowerPoint Presentation</vt:lpstr>
      <vt:lpstr>PowerPoint Presentation</vt:lpstr>
      <vt:lpstr>Inventory System</vt:lpstr>
      <vt:lpstr>MS Excel  Inventory System</vt:lpstr>
      <vt:lpstr>PowerPoint Presentation</vt:lpstr>
      <vt:lpstr>PowerPoint Presentation</vt:lpstr>
      <vt:lpstr>PowerPoint Presentation</vt:lpstr>
      <vt:lpstr>Inventory System</vt:lpstr>
      <vt:lpstr>PowerPoint Presentation</vt:lpstr>
      <vt:lpstr>OUTPUT</vt:lpstr>
      <vt:lpstr>End of the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Ali Kamran</dc:creator>
  <cp:lastModifiedBy>Mohammad Ali Kamran</cp:lastModifiedBy>
  <cp:revision>3</cp:revision>
  <dcterms:created xsi:type="dcterms:W3CDTF">2025-12-16T20:20:36Z</dcterms:created>
  <dcterms:modified xsi:type="dcterms:W3CDTF">2025-12-17T05:56:58Z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